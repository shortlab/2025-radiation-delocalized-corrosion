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C572-A02C-B0B3-21F5-935F4B585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408E9-E815-6D39-7580-49FBE7944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24B36-E56D-84B5-1719-60186FD5B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A48A7-5F99-4A9A-9D3E-F18D8C18CE3D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578E4-4D59-F41B-57BC-07C230E6E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64332-03EB-9634-42C5-0D93D583B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ACBC-11BE-4AC8-A157-006330155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27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6B8E8-5F48-392E-55AC-952B4C0D5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C0177-BA5A-C2BB-08B7-A77BCC53D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3CC97-2621-C4A5-7EB7-BB8E53529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A48A7-5F99-4A9A-9D3E-F18D8C18CE3D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A665F-9893-2C98-675C-2E65549EA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75B56-1C8B-E7AC-F134-02CCB8773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ACBC-11BE-4AC8-A157-006330155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45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A33E8-8B79-02A6-0C40-01DDB76CA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C34C3-E45D-991D-3AED-802076059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0D6A6-D8DA-5D2D-4326-8DDAB897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A48A7-5F99-4A9A-9D3E-F18D8C18CE3D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7210-26E2-379C-753B-EAC84F676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CE558-BF6C-80FF-6CF2-44E31D81C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ACBC-11BE-4AC8-A157-006330155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02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5DDFE-E2E7-9893-59CA-5A2B621EC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EFA0C-EE91-D683-D8B2-26371115F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450F86-DF8F-C599-502C-57EA6F538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7504C-694F-D3B9-DC84-712548C52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A48A7-5F99-4A9A-9D3E-F18D8C18CE3D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36BA4-FD51-AF9E-1B30-F70C4B30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BF063-35BA-8DA1-4691-4B0A1FBB5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ACBC-11BE-4AC8-A157-006330155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95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F01B8-87F4-501B-ECDE-8F160FC3B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B69E1-0BC8-6C30-D3A5-EBB6A6E06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10FB9-D296-85AA-4FFA-9CD0325B4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778E4-FD7D-20E1-BF38-213F85B45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D46404-3CE4-9280-7148-66D35DE92E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5E49F3-ABCA-44CA-C45B-BA408F3C6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A48A7-5F99-4A9A-9D3E-F18D8C18CE3D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A9DD8-F1AF-299A-9780-75802794E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9D179D-1C91-A8C6-5D69-43BBF6C0F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ACBC-11BE-4AC8-A157-006330155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20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A8F7-17DD-8C2F-D6BE-30253A702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5E6D8E-8CAC-AE72-6E6A-C615F7E3C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A48A7-5F99-4A9A-9D3E-F18D8C18CE3D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8C9F68-76B6-276D-DDB6-94F431BB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99CCD-2154-B5F5-2BFF-010C58EE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ACBC-11BE-4AC8-A157-006330155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56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B747E7-AB7A-8181-D40B-4D47246A3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A48A7-5F99-4A9A-9D3E-F18D8C18CE3D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CD115E-05D0-1463-CC52-D75707B52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2304D-56F0-2C32-7163-A4098762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ACBC-11BE-4AC8-A157-006330155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92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58413-6804-A14E-2BBF-9C5AE3E1E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62E5C-A9A0-93A4-8FBA-5BAD7BF23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C1AE9-A56A-351B-B0E6-A7C6ABF36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18565-6928-C298-7E72-FCBD6DDF7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A48A7-5F99-4A9A-9D3E-F18D8C18CE3D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EB03B-E0AA-2B09-90CE-ACD330BCB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0A8FF-C36A-97D6-FB92-2BE108A6F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ACBC-11BE-4AC8-A157-006330155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063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888AA-035F-76EA-DE56-441126F08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0AB83F-6908-50BF-492B-865061E5A4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A85147-62F0-749D-73FF-15725F84C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02D619-4422-9E5E-D632-D97BD4C2B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A48A7-5F99-4A9A-9D3E-F18D8C18CE3D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8BC05-5F27-392E-E640-97D94271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BFC33-1BD5-1403-BD55-7127A96D0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ACBC-11BE-4AC8-A157-006330155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1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4B3A-CB53-991C-A6B3-AC52D74C6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F5494-2563-9291-C16D-F54F87B84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B75BE-B571-58F2-E831-CFD07694F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A48A7-5F99-4A9A-9D3E-F18D8C18CE3D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AADA3-1F07-55B5-3F30-BEE533C5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C0767-9252-C08E-260D-D8C5F5EE7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ACBC-11BE-4AC8-A157-006330155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1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A630A2-F4ED-E56F-2D53-1350DDE9D5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D0886-8E6C-EAEE-D137-C50F3CEE8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8D33C-7D85-FD7A-36FD-49C815B7F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A48A7-5F99-4A9A-9D3E-F18D8C18CE3D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329ED-6E0D-DA02-8762-A48991955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72716-2069-3907-2EC7-0FAEE56D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ACBC-11BE-4AC8-A157-006330155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2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61F3F-E068-2B28-0731-C0F037D46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89C5D-339A-1BBC-2FD0-54BA5495E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B214E-1545-0EBA-7939-90682F0DA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8A48A7-5F99-4A9A-9D3E-F18D8C18CE3D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2E4B5-A56D-E1E2-5A4C-D6994853D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992DB-0DE1-5A9A-B598-7E14D1654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25ACBC-11BE-4AC8-A157-006330155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00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7" Type="http://schemas.openxmlformats.org/officeDocument/2006/relationships/image" Target="../media/image6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tiff"/><Relationship Id="rId5" Type="http://schemas.openxmlformats.org/officeDocument/2006/relationships/image" Target="../media/image4.tiff"/><Relationship Id="rId4" Type="http://schemas.openxmlformats.org/officeDocument/2006/relationships/image" Target="../media/image3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outdoor&#10;&#10;Description automatically generated">
            <a:extLst>
              <a:ext uri="{FF2B5EF4-FFF2-40B4-BE49-F238E27FC236}">
                <a16:creationId xmlns:a16="http://schemas.microsoft.com/office/drawing/2014/main" id="{EAED2C37-0B01-1555-85B8-B46322F932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3" t="10105" r="14920" b="11811"/>
          <a:stretch/>
        </p:blipFill>
        <p:spPr>
          <a:xfrm>
            <a:off x="90111" y="1607465"/>
            <a:ext cx="2711391" cy="3778251"/>
          </a:xfrm>
          <a:prstGeom prst="rect">
            <a:avLst/>
          </a:prstGeom>
        </p:spPr>
      </p:pic>
      <p:pic>
        <p:nvPicPr>
          <p:cNvPr id="7" name="Picture 6" descr="A picture containing text, night sky&#10;&#10;Description automatically generated">
            <a:extLst>
              <a:ext uri="{FF2B5EF4-FFF2-40B4-BE49-F238E27FC236}">
                <a16:creationId xmlns:a16="http://schemas.microsoft.com/office/drawing/2014/main" id="{4B3B6E22-B901-BBB7-1F83-846DA9A7F3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2708" r="22538" b="29931"/>
          <a:stretch/>
        </p:blipFill>
        <p:spPr>
          <a:xfrm>
            <a:off x="4482732" y="2007815"/>
            <a:ext cx="1561109" cy="28606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E12702-3737-2E08-BCCC-45EDAEED2EC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54" t="21826" r="23636" b="29176"/>
          <a:stretch/>
        </p:blipFill>
        <p:spPr>
          <a:xfrm>
            <a:off x="2869713" y="1998684"/>
            <a:ext cx="1561109" cy="2860631"/>
          </a:xfrm>
          <a:prstGeom prst="rect">
            <a:avLst/>
          </a:prstGeom>
        </p:spPr>
      </p:pic>
      <p:pic>
        <p:nvPicPr>
          <p:cNvPr id="11" name="Picture 10" descr="A screenshot of a cell phone&#10;&#10;Description automatically generated with medium confidence">
            <a:extLst>
              <a:ext uri="{FF2B5EF4-FFF2-40B4-BE49-F238E27FC236}">
                <a16:creationId xmlns:a16="http://schemas.microsoft.com/office/drawing/2014/main" id="{B8D203D3-DF25-B084-8464-8A6304A49CF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40" t="17512" r="16784" b="28110"/>
          <a:stretch/>
        </p:blipFill>
        <p:spPr>
          <a:xfrm>
            <a:off x="10108394" y="1973736"/>
            <a:ext cx="1772397" cy="28947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6849CB-7F79-4AE9-5BA2-3527C7B2886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16" t="22808" r="19602" b="32337"/>
          <a:stretch/>
        </p:blipFill>
        <p:spPr>
          <a:xfrm>
            <a:off x="7979161" y="1998684"/>
            <a:ext cx="1967412" cy="2851500"/>
          </a:xfrm>
          <a:prstGeom prst="rect">
            <a:avLst/>
          </a:prstGeom>
        </p:spPr>
      </p:pic>
      <p:pic>
        <p:nvPicPr>
          <p:cNvPr id="15" name="Picture 14" descr="A picture containing text&#10;&#10;Description automatically generated">
            <a:extLst>
              <a:ext uri="{FF2B5EF4-FFF2-40B4-BE49-F238E27FC236}">
                <a16:creationId xmlns:a16="http://schemas.microsoft.com/office/drawing/2014/main" id="{2D0DC1F1-F69B-1BBB-3E8C-B5940847549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67" t="23482" r="19010" b="29593"/>
          <a:stretch/>
        </p:blipFill>
        <p:spPr>
          <a:xfrm>
            <a:off x="6095751" y="2016946"/>
            <a:ext cx="1831500" cy="28515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077F015-9A5D-BEEC-FB4B-24B937430526}"/>
              </a:ext>
            </a:extLst>
          </p:cNvPr>
          <p:cNvCxnSpPr>
            <a:cxnSpLocks/>
          </p:cNvCxnSpPr>
          <p:nvPr/>
        </p:nvCxnSpPr>
        <p:spPr>
          <a:xfrm>
            <a:off x="141069" y="5236865"/>
            <a:ext cx="1059081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646D6A1-82BC-3BA2-AAC4-731E84ADD3B9}"/>
              </a:ext>
            </a:extLst>
          </p:cNvPr>
          <p:cNvSpPr txBox="1"/>
          <p:nvPr/>
        </p:nvSpPr>
        <p:spPr>
          <a:xfrm>
            <a:off x="196909" y="4754834"/>
            <a:ext cx="1326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10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m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970FCC-F2B1-8FEA-6609-6093A15EB55A}"/>
              </a:ext>
            </a:extLst>
          </p:cNvPr>
          <p:cNvSpPr txBox="1"/>
          <p:nvPr/>
        </p:nvSpPr>
        <p:spPr>
          <a:xfrm>
            <a:off x="3495675" y="1607465"/>
            <a:ext cx="402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D9CE27-5CF2-17F5-D09C-CE17D8E515BA}"/>
              </a:ext>
            </a:extLst>
          </p:cNvPr>
          <p:cNvSpPr txBox="1"/>
          <p:nvPr/>
        </p:nvSpPr>
        <p:spPr>
          <a:xfrm>
            <a:off x="5115303" y="1647614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CD9DB2-CEA4-0A83-B6BE-1474C541737F}"/>
              </a:ext>
            </a:extLst>
          </p:cNvPr>
          <p:cNvSpPr txBox="1"/>
          <p:nvPr/>
        </p:nvSpPr>
        <p:spPr>
          <a:xfrm>
            <a:off x="6858505" y="1647614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B3F2A6-9A4A-A77F-92F4-99274309D251}"/>
              </a:ext>
            </a:extLst>
          </p:cNvPr>
          <p:cNvSpPr txBox="1"/>
          <p:nvPr/>
        </p:nvSpPr>
        <p:spPr>
          <a:xfrm>
            <a:off x="8744423" y="1629352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3627A7-3126-7D41-760E-F9FF760A4860}"/>
              </a:ext>
            </a:extLst>
          </p:cNvPr>
          <p:cNvSpPr txBox="1"/>
          <p:nvPr/>
        </p:nvSpPr>
        <p:spPr>
          <a:xfrm>
            <a:off x="10793351" y="162935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D66096-8A1E-A8B9-C4CD-2569E11173D0}"/>
              </a:ext>
            </a:extLst>
          </p:cNvPr>
          <p:cNvSpPr txBox="1"/>
          <p:nvPr/>
        </p:nvSpPr>
        <p:spPr>
          <a:xfrm>
            <a:off x="3723600" y="172170"/>
            <a:ext cx="4123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Selective elements dissolution </a:t>
            </a:r>
          </a:p>
        </p:txBody>
      </p:sp>
    </p:spTree>
    <p:extLst>
      <p:ext uri="{BB962C8B-B14F-4D97-AF65-F5344CB8AC3E}">
        <p14:creationId xmlns:p14="http://schemas.microsoft.com/office/powerpoint/2010/main" val="3596300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Symbol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Wande Cairang</dc:creator>
  <cp:lastModifiedBy>Wande Cairang</cp:lastModifiedBy>
  <cp:revision>1</cp:revision>
  <dcterms:created xsi:type="dcterms:W3CDTF">2025-01-21T19:33:50Z</dcterms:created>
  <dcterms:modified xsi:type="dcterms:W3CDTF">2025-01-21T19:33:52Z</dcterms:modified>
</cp:coreProperties>
</file>